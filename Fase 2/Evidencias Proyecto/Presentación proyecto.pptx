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ho4UGj2E5CBNK3MpqivqGqA2kK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customschemas.google.com/relationships/presentationmetadata" Target="meta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SkillTrack es una plataforma web para la gestión eficiente de talleres extracurriculares que automatiza la inscripción, evaluación del progreso, generación de reportes académicos y supervisión por parte de tutores. El problema identificado es la gestión manual e ineficiente de talleres extracurriculares. Nuestra solución automatiza tres procesos clave: automatización de procesos, generación de reportes inteligentes, y seguimiento personalizado de progreso en estudiantes.</a:t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- Alcances: Sistema completo con dashboards diferenciados para coordinadores y profesores, gestión de estudiantes, talleres, evidencias y reportes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- Limitaciones: Sistema enfocado específicamente en talleres extracurriculares, requiere conexión a internet</a:t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71a6a8068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671a6a806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671a6a8068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3671a6a8068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71a6a8068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g3671a6a8068_1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71a6a8068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g3671a6a8068_1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671a6a8068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g3671a6a8068_1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71a6a8068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g3671a6a8068_1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671a6a8068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g3671a6a8068_1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671a6a8068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g3671a6a8068_1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671a6a8068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g3671a6a8068_1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" name="Google Shape;25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Relationship Id="rId4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Relationship Id="rId4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Relationship Id="rId4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SkillTrack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4121026" y="1710819"/>
            <a:ext cx="7633553" cy="4350605"/>
            <a:chOff x="0" y="0"/>
            <a:chExt cx="7633553" cy="4350605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Joaquin Vicente Mardones Lecaros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Programador Frontend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9144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Esteban Aguayo Bernales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Gestor de Base de datos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9144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662653" y="2991005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Claudio Hernan Jara Alvarez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Programador Backend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9144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“Skilltrack”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8" name="Google Shape;10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“Skilltrack”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" name="Google Shape;112;p3"/>
          <p:cNvSpPr/>
          <p:nvPr/>
        </p:nvSpPr>
        <p:spPr>
          <a:xfrm>
            <a:off x="714900" y="2169775"/>
            <a:ext cx="44796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El sistema aborda la complejidad en la gestión manual de talleres extracurriculares, que tradicionalmente requiere: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0" i="0" lang="es-CL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Procesos manuales de inscripción y seguimiento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0" i="0" lang="es-CL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Dificultades en la evaluación del progreso estudiantil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0" i="0" lang="es-CL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Falta de herramientas centralizadas para supervisión por tutores/apoderados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s-CL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Generación manual de reportes académico</a:t>
            </a:r>
            <a:r>
              <a:rPr b="0" i="0" lang="es-CL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7002500" y="2169775"/>
            <a:ext cx="47790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Automatización de procesos: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0" i="0" lang="es-CL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dashboard diferenciados(coordinador, profesor)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0" i="0" lang="es-CL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Generación inteligente de reportes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0" i="0" lang="es-CL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Seguimiento Personalizado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“NOMBRE DEL PROYECTO”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" name="Google Shape;123;p4"/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Desarrollar un sistema web para gestionar talleres extracurriculares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925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s-CL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Aumentar la eficiencia operativa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s-CL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Facilitar la toma de decisiones estratégicas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s-CL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Mejorar la transparencia y comunicación interna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0" name="Google Shape;1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“Skilltrack”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132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3" name="Google Shape;133;p5"/>
          <p:cNvSpPr/>
          <p:nvPr/>
        </p:nvSpPr>
        <p:spPr>
          <a:xfrm>
            <a:off x="340350" y="1382700"/>
            <a:ext cx="44796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completa de talleres extracurriculares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autenticación y autorización por roles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Seguimiento de progreso estudiantil con evidencias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Generación de reportes detallados con métricas específicas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Interface responsive para múltiples dispositivos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6911675" y="1382700"/>
            <a:ext cx="44796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s-CL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Sistema enfocado únicamente en talleres extracurriculares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s-CL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Requiere conexión a internet para funcionar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s-CL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Dependiente de la infraestructura de Supabase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9" name="Google Shape;1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“Skilltrack”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" name="Google Shape;141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2" name="Google Shape;142;p6"/>
          <p:cNvSpPr txBox="1"/>
          <p:nvPr/>
        </p:nvSpPr>
        <p:spPr>
          <a:xfrm>
            <a:off x="136200" y="992900"/>
            <a:ext cx="11777400" cy="56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s-CL" sz="3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Modelo Tradicional Cascada</a:t>
            </a:r>
            <a:r>
              <a:rPr b="0" i="0" lang="es-CL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Fases secuenciales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CL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	</a:t>
            </a:r>
            <a:r>
              <a:rPr b="1" i="0" lang="es-CL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Análisis y requisitos</a:t>
            </a:r>
            <a:endParaRPr b="1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s-CL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	 	Diseño</a:t>
            </a:r>
            <a:endParaRPr b="1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s-CL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Implementación</a:t>
            </a:r>
            <a:endParaRPr b="1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s-CL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		Pruebas</a:t>
            </a:r>
            <a:endParaRPr b="1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s-CL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	Desarrollo</a:t>
            </a:r>
            <a:endParaRPr b="1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s-CL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		Monitoreo y Control</a:t>
            </a:r>
            <a:endParaRPr b="1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L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			</a:t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40300" y="1581900"/>
            <a:ext cx="5985301" cy="31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8" name="Google Shape;1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Skilltrack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1" y="1173606"/>
            <a:ext cx="1219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2" name="Google Shape;152;p7" title="imagen_2025-06-16_20233249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3575" y="2154700"/>
            <a:ext cx="9798528" cy="470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g3671a6a8068_0_1" title="imagen_2025-06-16_2024175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2325" y="1860000"/>
            <a:ext cx="8143875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671a6a8068_0_1"/>
          <p:cNvSpPr txBox="1"/>
          <p:nvPr/>
        </p:nvSpPr>
        <p:spPr>
          <a:xfrm>
            <a:off x="-82624" y="733356"/>
            <a:ext cx="12192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scuelaIT Duoc UC - Escuela de Informática y Telecomunicaciones Duoc UC - Duoc  UC | LinkedIn" id="159" name="Google Shape;159;g3671a6a8068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3671a6a8068_0_1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Skilltrack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" name="Google Shape;161;g3671a6a8068_0_1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6" name="Google Shape;16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“Skilltrack”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9" name="Google Shape;169;p8" title="Untitled-2025-06-14-205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52850" y="859753"/>
            <a:ext cx="8657106" cy="599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4" name="Google Shape;17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“Skilltrack”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9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" name="Google Shape;177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8" name="Google Shape;17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7200" y="2182286"/>
            <a:ext cx="7828564" cy="4474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3" name="Google Shape;18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“Skilltrack”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0"/>
          <p:cNvSpPr txBox="1"/>
          <p:nvPr/>
        </p:nvSpPr>
        <p:spPr>
          <a:xfrm>
            <a:off x="0" y="9929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" name="Google Shape;186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7" name="Google Shape;187;p10"/>
          <p:cNvSpPr/>
          <p:nvPr/>
        </p:nvSpPr>
        <p:spPr>
          <a:xfrm>
            <a:off x="136200" y="1874275"/>
            <a:ext cx="39495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 19.1.0: Framework principal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 Router DOM 7.6.1: Navegación SPA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Tailwind CSS 4.1.7: Framework de estilos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Lucide React: Iconografía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Vite 6.3.5: Build tool y dev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4292550" y="1894050"/>
            <a:ext cx="37332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Supabase: Backend-as-a-Service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PostgreSQL: Base de datos relacional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Supabase Auth: Sistema de autenticación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8274250" y="1894050"/>
            <a:ext cx="36393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Herramientas de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ESLint: Linting de código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Vite: Bundling y desarrollo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 Query: Gestión de estado del servidor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4" name="Google Shape;19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1"/>
          <p:cNvSpPr txBox="1"/>
          <p:nvPr/>
        </p:nvSpPr>
        <p:spPr>
          <a:xfrm>
            <a:off x="1" y="465420"/>
            <a:ext cx="121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11" title="Coordinadordashboar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7350" y="958850"/>
            <a:ext cx="10017302" cy="5538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1" name="Google Shape;201;g3671a6a8068_1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671a6a8068_1_1"/>
          <p:cNvSpPr txBox="1"/>
          <p:nvPr/>
        </p:nvSpPr>
        <p:spPr>
          <a:xfrm>
            <a:off x="1" y="465420"/>
            <a:ext cx="121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g3671a6a8068_1_1" title="gestiontalleresCoordinado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3375" y="1019520"/>
            <a:ext cx="10285253" cy="5533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8" name="Google Shape;208;g3671a6a8068_1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671a6a8068_1_8"/>
          <p:cNvSpPr txBox="1"/>
          <p:nvPr/>
        </p:nvSpPr>
        <p:spPr>
          <a:xfrm>
            <a:off x="1" y="465420"/>
            <a:ext cx="121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g3671a6a8068_1_8" title="gestionalumnosCoordinado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6825" y="992895"/>
            <a:ext cx="10298348" cy="5533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5" name="Google Shape;215;g3671a6a8068_1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3671a6a8068_1_14"/>
          <p:cNvSpPr txBox="1"/>
          <p:nvPr/>
        </p:nvSpPr>
        <p:spPr>
          <a:xfrm>
            <a:off x="1" y="465420"/>
            <a:ext cx="121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g3671a6a8068_1_14" title="gestionprofesoresCoordinado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8950" y="992895"/>
            <a:ext cx="10234103" cy="5533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2" name="Google Shape;222;g3671a6a8068_1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3671a6a8068_1_19"/>
          <p:cNvSpPr txBox="1"/>
          <p:nvPr/>
        </p:nvSpPr>
        <p:spPr>
          <a:xfrm>
            <a:off x="1" y="465420"/>
            <a:ext cx="121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g3671a6a8068_1_19" title="reportescoordinado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3375" y="992895"/>
            <a:ext cx="10285253" cy="5533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9" name="Google Shape;229;g3671a6a8068_1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3671a6a8068_1_26"/>
          <p:cNvSpPr txBox="1"/>
          <p:nvPr/>
        </p:nvSpPr>
        <p:spPr>
          <a:xfrm>
            <a:off x="1" y="465420"/>
            <a:ext cx="121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g3671a6a8068_1_26" title="DashboardCoordinado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9350" y="1019520"/>
            <a:ext cx="10233297" cy="5533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6" name="Google Shape;236;g3671a6a8068_1_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3671a6a8068_1_32"/>
          <p:cNvSpPr txBox="1"/>
          <p:nvPr/>
        </p:nvSpPr>
        <p:spPr>
          <a:xfrm>
            <a:off x="1" y="465420"/>
            <a:ext cx="121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g3671a6a8068_1_32" title="talleresprofeso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8263" y="1019520"/>
            <a:ext cx="10255469" cy="5533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43" name="Google Shape;243;g3671a6a8068_1_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3671a6a8068_1_37"/>
          <p:cNvSpPr txBox="1"/>
          <p:nvPr/>
        </p:nvSpPr>
        <p:spPr>
          <a:xfrm>
            <a:off x="1" y="465420"/>
            <a:ext cx="121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5" name="Google Shape;245;g3671a6a8068_1_37" title="alumnosprofeso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3888" y="1019520"/>
            <a:ext cx="10224236" cy="55336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50" name="Google Shape;250;g3671a6a8068_1_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g3671a6a8068_1_42"/>
          <p:cNvSpPr txBox="1"/>
          <p:nvPr/>
        </p:nvSpPr>
        <p:spPr>
          <a:xfrm>
            <a:off x="1" y="465420"/>
            <a:ext cx="121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g3671a6a8068_1_42" title="evidenciaprofeso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8150" y="992895"/>
            <a:ext cx="10235707" cy="5533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57" name="Google Shape;25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2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63" name="Google Shape;26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3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b="0" i="0" sz="24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69" name="Google Shape;26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